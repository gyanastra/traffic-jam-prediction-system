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1F5F9"/>
                </a:solidFill>
              </a:rPr>
              <a:t>Traffic Jam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8BDF8"/>
                </a:solidFill>
              </a:rPr>
              <a:t>Using Recurrent Neural Networks (RNN)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AI with Python · 3-Month Training Programme  |  College Mini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21945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96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Python 3.12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3840480"/>
            <a:ext cx="21945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8496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TensorFlow/Keras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840480"/>
            <a:ext cx="21945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8496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Flask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3840480"/>
            <a:ext cx="21945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8496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Chart.js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September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Why do we need intelligent traffic prediction?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12140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🚗  Urban congestion costs billions in lost productivity and fuel every year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65176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📉  Traditional fixed-time signals cannot adapt to dynamic traffic conditions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18211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723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🌧️  Weather, holidays, and rush hours are ignored by rule-based systems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712463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02735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🔮  No proactive prediction — systems react AFTER congestion forms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24281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330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🧠  Deep Learning can model complex, sequential traffic patterns effectively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Project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12140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✅  Train an RNN model to classify traffic as Low / Medium / High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65176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420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✅  Achieve &gt; 90% accuracy on held-out test data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18211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723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✅  Build a Flask REST API  (POST /predict) for real-time inference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12463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02735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✅  Create a premium glassmorphism web dashboard with Chart.js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24281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✅  Generate evaluation graphs: accuracy, loss, confusion matrix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77316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</a:rPr>
              <a:t>✅  Document in IEEE-style report (25–30 pages)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5,000 samples · 9 features · 3 target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24028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⏰ Hour of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56032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0–23  |  Rush hour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210312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24028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📅 Day of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6032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0=Mon to 6=Sun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7536" y="210312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224028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🌦️ Weather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256032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Clear / Cloudy / Rain / Snow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20040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🌡️ 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52044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-10°C to 40°C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306324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20040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🌧️ Rainfall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2044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0–30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06324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320040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🎉 Holiday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352044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0=No  1=Yes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16052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🚗 Traffic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48056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0–7,000 vehicles/hr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402336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16052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💨 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48056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5–120 km/h (avg)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7536" y="4023360"/>
            <a:ext cx="356616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416052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🛣️ Occupancy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48056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0–100% road fill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Methodology –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011680"/>
            <a:ext cx="13716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Data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5,000 synthetic samples from real-world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688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20" y="2011680"/>
            <a:ext cx="13716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StandardScaler normalisation on 9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688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13716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Sequence Creation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10-timestep sliding window → RNN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011680"/>
            <a:ext cx="13716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Train/Test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80% train / 20% test · Stratified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688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011680"/>
            <a:ext cx="13716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RNN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Adam optimiser · Categorical Crossentropy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4688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80" y="2011680"/>
            <a:ext cx="13716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Accuracy · F1 · Confusion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4688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2011680"/>
            <a:ext cx="13716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Flask API 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POST /predict → JSON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RNN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Stacked SimpleRNN with Dropout regularisation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65960"/>
            <a:ext cx="1325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📥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(10 × 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2860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965960"/>
            <a:ext cx="1325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011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🔄 SimpleRNN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3774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64 units
tanh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65960"/>
            <a:ext cx="1325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</a:rPr>
              <a:t>💧 Dropout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774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860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965960"/>
            <a:ext cx="1325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011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78BFA"/>
                </a:solidFill>
              </a:rPr>
              <a:t>🔄 SimpleRNN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3774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32 units
tanh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860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965960"/>
            <a:ext cx="1325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011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</a:rPr>
              <a:t>💧 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3774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2860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1965960"/>
            <a:ext cx="1325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011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78BFA"/>
                </a:solidFill>
              </a:rPr>
              <a:t>⚡ Dense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3774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16 units
ReLU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2860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1965960"/>
            <a:ext cx="1325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011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</a:rPr>
              <a:t>🎯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3774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3 units
Softmax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Total Parameters: 8,419  |  Model Size: &lt; 1 MB  |  Training: ~15 epochs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40480"/>
            <a:ext cx="2103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8587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Optimiser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13308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Adam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3840480"/>
            <a:ext cx="2103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38587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Loss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13308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Cat. Crossentropy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3840480"/>
            <a:ext cx="2103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38587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Batch Size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13308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64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840480"/>
            <a:ext cx="2103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38587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Sequence Length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13308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10 timesteps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840480"/>
            <a:ext cx="2103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38587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Early Stopping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13308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patience =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Training Results &amp;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65960"/>
            <a:ext cx="256032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8BDF8"/>
                </a:solidFill>
              </a:rPr>
              <a:t>~95%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Test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965960"/>
            <a:ext cx="256032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8688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A78BFA"/>
                </a:solidFill>
              </a:rPr>
              <a:t>~0.96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651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Weighted 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176" y="1965960"/>
            <a:ext cx="256032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4D399"/>
                </a:solidFill>
              </a:rPr>
              <a:t>&lt; 100ms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6" y="2651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41664" y="1965960"/>
            <a:ext cx="256032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1664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BBF24"/>
                </a:solidFill>
              </a:rPr>
              <a:t>&lt; 1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2651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Model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10789920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🟢 Low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661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Precision: 0.97  Recall: 0.98  F1: 0.97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10789920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🟡 Medium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434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Precision: 0.94  Recall: 0.95  F1: 0.94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66360"/>
            <a:ext cx="10789920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🔴 High Traffic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3035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Precision: 0.96  Recall: 0.93  F1: 0.94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Existing System vs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965960"/>
            <a:ext cx="3749039" cy="54864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3911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965960"/>
            <a:ext cx="3840480" cy="54864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0391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Traditional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965960"/>
            <a:ext cx="3749039" cy="54864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3911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Proposed RNN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78608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578608"/>
            <a:ext cx="3840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</a:rPr>
              <a:t>Rule-based, fixed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78608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Deep Learning (RNN)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64408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191256"/>
            <a:ext cx="3840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2644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</a:rPr>
              <a:t>Reactive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191256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264408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Proactive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03904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77056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Weather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803904"/>
            <a:ext cx="3840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8770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</a:rPr>
              <a:t>Not considered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803904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77056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Included as feature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16552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89704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416552"/>
            <a:ext cx="3840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448970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</a:rPr>
              <a:t>No 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4416552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489704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~95% test accuracy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29200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0235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5029200"/>
            <a:ext cx="3840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51023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</a:rPr>
              <a:t>Hardware terminal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5029200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10235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Python + Flask (any PC)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641848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7150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Interface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5641848"/>
            <a:ext cx="3840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5715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</a:rPr>
              <a:t>Physical panels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5641848"/>
            <a:ext cx="3749039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7150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Modern web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End-to-end three-tier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920240"/>
            <a:ext cx="356616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</a:rPr>
              <a:t>🖥️
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</a:rPr>
              <a:t>HTML · CSS · JavaScript
Chart.js · Glassmorphism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Sliders, dropdowns, demo buttons
Live doughnut chart
Result card with confidence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28" y="39319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</a:rPr>
              <a:t>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920240"/>
            <a:ext cx="356616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965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</a:rPr>
              <a:t>⚙️
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743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</a:rPr>
              <a:t>Flask REST API
Python 3.12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29184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GET  /
POST /predict
GET  /graphs/&lt;name&gt;
GET  /health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6" y="393192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</a:rPr>
              <a:t>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6" y="1920240"/>
            <a:ext cx="356616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1965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</a:rPr>
              <a:t>🧠
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2743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</a:rPr>
              <a:t>TensorFlow / Keras
SimpleRNN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29184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traffic_rnn.keras
scaler.pkl
9 features × 10 timesteps
3-class softmax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Web Dashboard –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Premium glassmorphism dark-mode UI  |  http://127.0.0.1:5000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965960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208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🎨 Glassmorphism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Dark mode · Blur backdrop · Gradient accents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965960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0208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🎚️ Interactive Sliders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3500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9 parameters · Instant live value display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25496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⚡ Quick Demos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95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Rush Hour · Rainy Day · Late Night presets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825496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880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📊 Chart.js Doughnut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2095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Live probability distribution per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85032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39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🎯 Result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Badge · Confidence bar · Per-class % chips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685032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739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📈 Eval Graphs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069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Accuracy · Loss · Confusion Matrix images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544568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🏗️ Architecture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286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4-step RNN layer cards with descriptions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544568"/>
            <a:ext cx="52120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🔗 REST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9286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Async fetch → no page refresh on predict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REST 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Flask backend · JSON request/response · CORS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566928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📤 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POST /predict
Content-Type: application/json
{
  "hour": 8,
  "day_of_week": 1,
  "weather": 0,
  "temperature": 25,
  "rain_mm": 0,
  "holiday": 0,
  "traffic_volume": 5500,
  "speed": 25,
  "occupancy": 85
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66928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📥 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HTTP 200 OK
{
  "label_index": 2,
  "label": "High",
  "label_full": "High Traffic 🔴",
  "confidence": 94.7,
  "probabilities": {
    "Low": 1.3,
    "Medium": 4.0,
    "High": 94.7
  }
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5669280" cy="4480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✅  Proactive prediction before congestion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7004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✅  9-feature multi-context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2841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✅  Lightweight model — runs on standard 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8678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✅  Sub-100ms real-time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451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✅  REST API for easy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03519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✅  Interactive premium web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5669280" cy="4480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⚠️  Trained on synthetic (not real sensor)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7004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⚠️  No spatial road-network 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2841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⚠️  Fixed 10-timestep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8678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⚠️  No live traffic API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6451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⚠️  SimpleRNN limited on very long sequences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303519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⚠️  No incident or accident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28016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65960"/>
            <a:ext cx="52120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🔄 LSTM / GRU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8658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Replace SimpleRNN for better long-range temporal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965960"/>
            <a:ext cx="52120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📡 Real-Time Data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38658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Connect to Google Maps Traffic API or IoT sensors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08376"/>
            <a:ext cx="52120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🗺️ Graph Neural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Model entire road network topology spatially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008376"/>
            <a:ext cx="52120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0815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📱 Mobile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4290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React Native / Flutter app consuming Flask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50792"/>
            <a:ext cx="52120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239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🐳 Docker &amp; Cloud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7141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Containerise + deploy to AWS / GCP / Azure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050792"/>
            <a:ext cx="52120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1239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🔁 Auto-Retraining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47141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Periodic retraining as new data streams 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1F5F9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◆  Built a complete RNN pipeline — data → training → API →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299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◆  Achieved ~95% test accuracy on multi-class traffic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054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◆  Lightweight 8,419-parameter model, &lt; 1 MB, runs on standard 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809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◆  Flask REST API with sub-100ms real-time predictions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564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◆  Premium glassmorphism web dashboard with live Chart.js visualisation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8BDF8"/>
                </a:solidFill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Traffic Jam Prediction Using RNN  |  AI with Python Mini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78BFA"/>
                </a:solidFill>
              </a:rP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